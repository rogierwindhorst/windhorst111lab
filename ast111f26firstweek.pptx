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94FD-D4A8-EA1C-2FC0-81E4E771F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DEB33-F04A-AB91-8E49-78D25ABFE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F3C28-67C0-772E-5B46-4B3C42A2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7CD00-F0FD-1FF3-AE6F-E1B01828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DA065-B8C2-0767-58C6-42F1323A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2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F53F-3072-CBDC-2DEC-1882D520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0073D-1468-3532-0FB0-9C2AF8CCA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8D9A-BC49-BD3D-A48A-0B56DE8FB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9C71-F44C-0CE4-93D7-60CBCFD0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0C101-D0BF-6B51-C517-43EC6FD8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7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F133-7E94-628E-3FCA-8740D4B4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3ECF3-EB56-5414-B679-41AA2C580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CD61F-A941-9CCD-9A63-99E3BE39E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98AE-D293-889A-F099-2EF28943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816E-9D8D-6854-E6EB-7FAFFF8D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8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81E9-9A10-8390-1CC7-A16534DED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B6113-236C-D6E9-1A85-342C6F311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25E7-235D-BE17-1F44-EDC715AF0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6761D-ED9A-2E39-FC37-3182D0883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1ECBE-AB3E-E08A-71DE-E19386C8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CD9CE-5AB7-2E06-21C7-C7705306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5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2D5A-09A3-1FD5-EF55-29574127D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F9F1-7581-F812-1A51-28FD09DE6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02684-9354-7066-7DCB-B858F191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5A8CA-909A-6DFE-DD04-D48A7C237A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85669-1A96-1718-B992-0BA0BB5FD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61A5B-02BC-8736-734F-AFB13FF5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DC7B0-5F74-ABCE-4E76-A5656AB6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78025-54A3-1BD4-6C58-35F5064A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7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AE9E-A46D-8B79-2F2A-FE37BF24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730C8-38EA-276D-9A28-C70974BB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DCEC7-BAC9-D9A8-CCB0-3E72F3455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958E1-8BF3-88EA-F21F-0D42F02E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3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8F244-0898-5806-9214-EF6B3F76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C19CE-42AF-80A4-D1F4-69193345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9C99A-DF2A-9B71-77E1-A512692B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3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0D19E-DB4D-125E-31CE-DCE5057D7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C8871-4629-A3BC-854D-A7186C40B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9F2BD-A49B-F969-13D1-F067B4D1B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50383-1931-DB23-BDEA-C54B22F4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9E4A5-7400-C940-AC35-22C8A9677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B3FBC-4C59-9A99-E9A3-296B3379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4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9C6F-DB19-A73A-44FD-F40FC35A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65973-E600-2F33-7284-1349591E8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FAE38-BC95-A6F9-195D-047E8F923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75BFD-9587-5265-8E0A-53FAD4F9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6A6A8-EE74-F1B9-D09F-371EC10F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73973-CA3F-D35B-84F9-36D3A6F4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20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CD9C-8707-2711-AB53-B2CFB238B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7CF1A-4440-676D-80E0-9EE2BF6D7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6137-B71E-CFD9-5CE5-D4E689EB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50305-E5D0-CF82-4A44-73F05A41F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17CF4-6601-8AA9-7902-EAAD51E2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3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7DD081-DDFA-6106-A83E-2B8E52D4E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449D0-BC6F-141E-3979-018D1365A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AC63-ACCC-A7FB-6EA7-7CDF08B5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F5089-6200-B0E0-F949-85358B77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5ED50-FC44-2E77-24AE-2949C41F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8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A2419-52E1-95BA-2A00-68E4B1D7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48C33-035D-7E67-F952-8CBCCCA50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61256-612D-450E-E57D-F86121625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887C9-93A4-B141-AF74-DC5F5CDC82C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7A609-5B11-2CE7-D6FE-93E4E82FE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F9A14-C682-69C5-E267-3EA08C525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52C9C-95EC-034F-80D9-E0F6BBFCA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7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indhorst111lab.asu.edu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7E92-D223-DAC8-77F0-D9EEBEA24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AST 111 In-Person Labs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51FC-DFC4-5D13-7FE2-F0505B778A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Faculty of Record: </a:t>
            </a:r>
          </a:p>
          <a:p>
            <a:r>
              <a:rPr lang="en-US" dirty="0"/>
              <a:t>Prof. Rogier Windhorst</a:t>
            </a:r>
          </a:p>
          <a:p>
            <a:r>
              <a:rPr lang="en-US" dirty="0">
                <a:hlinkClick r:id="rId2"/>
              </a:rPr>
              <a:t>http://windhorst111lab.asu.edu/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18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194A-F24E-8BEB-F4CD-79452398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Lab Section Canvas Page!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2BE0D-8547-536F-E1B6-867DD3EC1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the Welcome to Dreamscape module</a:t>
            </a:r>
          </a:p>
          <a:p>
            <a:r>
              <a:rPr lang="en-US" dirty="0"/>
              <a:t>Schedule your Dreamscape Learn Virtual Reality experience:</a:t>
            </a:r>
          </a:p>
          <a:p>
            <a:pPr lvl="1"/>
            <a:r>
              <a:rPr lang="en-US" dirty="0"/>
              <a:t>Before your first 7:30pm lab session!</a:t>
            </a:r>
          </a:p>
          <a:p>
            <a:pPr lvl="1"/>
            <a:r>
              <a:rPr lang="en-US" dirty="0"/>
              <a:t>“Schedule Here! An Unexpected Discovery: DSL VR Session”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Next Week: </a:t>
            </a:r>
          </a:p>
          <a:p>
            <a:pPr lvl="1"/>
            <a:r>
              <a:rPr lang="en-US" dirty="0"/>
              <a:t>Attend the Virtual Reality session you scheduled in the Creativity Commons during afternoon lab session </a:t>
            </a:r>
          </a:p>
          <a:p>
            <a:pPr lvl="1"/>
            <a:r>
              <a:rPr lang="en-US" dirty="0"/>
              <a:t>Attend 7:30pm lab session on your scheduled day in LSE (Life Science E wing)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303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93</Words>
  <Application>Microsoft Macintosh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AST 111 In-Person Labs</vt:lpstr>
      <vt:lpstr>Visit Lab Section Canvas Page!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Karen Knierman</dc:creator>
  <cp:lastModifiedBy>Karen Knierman</cp:lastModifiedBy>
  <cp:revision>2</cp:revision>
  <dcterms:created xsi:type="dcterms:W3CDTF">2026-08-19T18:30:53Z</dcterms:created>
  <dcterms:modified xsi:type="dcterms:W3CDTF">2026-08-19T23:08:38Z</dcterms:modified>
</cp:coreProperties>
</file>